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74" r:id="rId5"/>
    <p:sldMasterId id="2147483686" r:id="rId6"/>
    <p:sldMasterId id="2147483730" r:id="rId7"/>
  </p:sldMasterIdLst>
  <p:notesMasterIdLst>
    <p:notesMasterId r:id="rId18"/>
  </p:notesMasterIdLst>
  <p:sldIdLst>
    <p:sldId id="285" r:id="rId8"/>
    <p:sldId id="310" r:id="rId9"/>
    <p:sldId id="312" r:id="rId10"/>
    <p:sldId id="322" r:id="rId11"/>
    <p:sldId id="323" r:id="rId12"/>
    <p:sldId id="324" r:id="rId13"/>
    <p:sldId id="325" r:id="rId14"/>
    <p:sldId id="326" r:id="rId15"/>
    <p:sldId id="327" r:id="rId16"/>
    <p:sldId id="31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lue Aqua Gradient" id="{492FBAB4-FB97-4EF5-AC28-57D1FBDF535B}">
          <p14:sldIdLst>
            <p14:sldId id="285"/>
            <p14:sldId id="310"/>
            <p14:sldId id="312"/>
            <p14:sldId id="322"/>
            <p14:sldId id="323"/>
            <p14:sldId id="324"/>
            <p14:sldId id="325"/>
            <p14:sldId id="326"/>
            <p14:sldId id="327"/>
            <p14:sldId id="3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14E"/>
    <a:srgbClr val="51C1B7"/>
    <a:srgbClr val="00A09B"/>
    <a:srgbClr val="377D7B"/>
    <a:srgbClr val="08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FD0F2-83A5-49C3-96D4-15ADEA818FF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21B8F-46F0-421A-B3E3-83DA228BC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46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sv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svg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5274A16-3708-2267-A2CB-7983A659E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5472"/>
            <a:ext cx="9144000" cy="18517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7586482-DFC7-EADD-E6D6-68E294070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8695"/>
            <a:ext cx="9144000" cy="4513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96978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DD2F82C-1683-4B4D-EA99-F7B69E63D3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683" y="1659914"/>
            <a:ext cx="6974633" cy="382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1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4EBED3-2623-62BA-DF66-D0241AA9FA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51B80B-EB50-A88F-E99D-C3AFE8DBE3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607837"/>
            <a:ext cx="12192000" cy="3250163"/>
          </a:xfrm>
          <a:gradFill>
            <a:gsLst>
              <a:gs pos="100000">
                <a:schemeClr val="tx2"/>
              </a:gs>
              <a:gs pos="0">
                <a:schemeClr val="tx2"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/>
              <a:t> 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A2ABE-0433-60CF-F62E-F997BB4B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43" y="4558352"/>
            <a:ext cx="4893860" cy="160361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546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916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5674-3B4A-BC22-392A-834B49A1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85210C-55A5-0BBA-A7F3-32B14B0163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63647" y="2344767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1BDA15A-86DB-4011-EBC0-34FE0F2961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2332005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5D9C4E2-6517-3521-8826-5AD81B1F9F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14540" y="2332004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573A59-1D9A-E488-4750-4A03033FE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851140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1D8A906-FE60-F28F-5323-D10B8F706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0850" y="486390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077F0D6-BA3C-4664-29AE-E1CEE41183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14183" y="4851140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F30EA8A-F42D-4C67-5A93-76BFF4F9C2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2979A-A3C6-32B0-2739-0BDC72460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0850" y="519410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8DBB88E-6830-EB9B-AFF0-308C0FC0C7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13114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A56277B-FF5F-236A-7B4F-D18697CB2D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89094" y="2344477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F622E48-DFD2-4702-3D17-37995AD78A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8381" y="48636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4596904-57A4-0A42-D4BA-4BF4FBD881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8381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00973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CE6146-8864-A3BD-7336-8693259977FA}"/>
              </a:ext>
            </a:extLst>
          </p:cNvPr>
          <p:cNvSpPr/>
          <p:nvPr userDrawn="1"/>
        </p:nvSpPr>
        <p:spPr>
          <a:xfrm>
            <a:off x="682388" y="1825625"/>
            <a:ext cx="45719" cy="503237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7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1170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82E1-E330-868F-9EC9-49011D28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0F776-0B0D-12DB-2629-1E6836217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181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4127D-1FFF-D0FA-9AEE-F7900B733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CD772-5F6B-5475-6D88-7B984D2B8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490DA1-42DA-28B6-EC99-5127C43B1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343"/>
            <a:ext cx="10515600" cy="6908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754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985-A2B7-4FD9-D4E6-6747F4F4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9795-B1AD-300A-7C9E-0FDAF11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0BB15-A06D-CA96-8793-665BAD53B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729FF-8A66-B17C-158D-319BB7C3F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9CAE5D-51D3-D8D6-2EE8-60F0A1571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343"/>
            <a:ext cx="10515600" cy="6908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289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147B34-342C-F196-A649-6ADCAD78623D}"/>
              </a:ext>
            </a:extLst>
          </p:cNvPr>
          <p:cNvSpPr/>
          <p:nvPr userDrawn="1"/>
        </p:nvSpPr>
        <p:spPr>
          <a:xfrm>
            <a:off x="838200" y="1790346"/>
            <a:ext cx="3338015" cy="4635189"/>
          </a:xfrm>
          <a:prstGeom prst="roundRect">
            <a:avLst>
              <a:gd name="adj" fmla="val 3986"/>
            </a:avLst>
          </a:prstGeom>
          <a:solidFill>
            <a:schemeClr val="accent4"/>
          </a:soli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985-A2B7-4FD9-D4E6-6747F4F4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2167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9795-B1AD-300A-7C9E-0FDAF11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2167" y="2707235"/>
            <a:ext cx="3103278" cy="3625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610B60-97AA-5470-4773-C4B8ADAC7B5E}"/>
              </a:ext>
            </a:extLst>
          </p:cNvPr>
          <p:cNvSpPr/>
          <p:nvPr userDrawn="1"/>
        </p:nvSpPr>
        <p:spPr>
          <a:xfrm>
            <a:off x="8015785" y="1790346"/>
            <a:ext cx="3338015" cy="4635189"/>
          </a:xfrm>
          <a:prstGeom prst="roundRect">
            <a:avLst>
              <a:gd name="adj" fmla="val 3986"/>
            </a:avLst>
          </a:prstGeom>
          <a:solidFill>
            <a:schemeClr val="accent4"/>
          </a:soli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DDDF7A1-9F07-48C4-F2C6-5E2A531BBCE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39752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FA055BE-E962-D62E-81F6-7BB17239F60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39752" y="2707235"/>
            <a:ext cx="3103278" cy="3625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320C10-7DE7-6D8C-A688-57624F50A079}"/>
              </a:ext>
            </a:extLst>
          </p:cNvPr>
          <p:cNvSpPr/>
          <p:nvPr userDrawn="1"/>
        </p:nvSpPr>
        <p:spPr>
          <a:xfrm>
            <a:off x="4419600" y="1790346"/>
            <a:ext cx="3338015" cy="4635189"/>
          </a:xfrm>
          <a:prstGeom prst="roundRect">
            <a:avLst>
              <a:gd name="adj" fmla="val 3986"/>
            </a:avLst>
          </a:prstGeom>
          <a:solidFill>
            <a:schemeClr val="accent4"/>
          </a:soli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B3E7E3A-E5AE-201E-6774-37CB43894E6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543567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7E722575-F895-079A-1FF7-922BB991A4A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543567" y="2705385"/>
            <a:ext cx="3103278" cy="3625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5361C6-55C0-E3A2-26C6-F2235F747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343"/>
            <a:ext cx="10515600" cy="6908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513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EB221F5-3AC1-13A2-A138-ED3A3654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343"/>
            <a:ext cx="10515600" cy="6908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0897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346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2937-5F72-87B1-92D5-50B0DF65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5013-C2C4-5FF9-D3DB-6AA7AF1F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5014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r 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1CC5E-00AE-CE99-C86E-4E01E9EB1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3" t="69" r="1" b="-69"/>
          <a:stretch/>
        </p:blipFill>
        <p:spPr>
          <a:xfrm>
            <a:off x="5996474" y="0"/>
            <a:ext cx="61955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E92937-5F72-87B1-92D5-50B0DF65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4802122" cy="1069975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478" y="987425"/>
            <a:ext cx="499191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5013-C2C4-5FF9-D3DB-6AA7AF1F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0212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2033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our 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1CC5E-00AE-CE99-C86E-4E01E9EB1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3" t="69" r="1" b="-69"/>
          <a:stretch/>
        </p:blipFill>
        <p:spPr>
          <a:xfrm>
            <a:off x="5996474" y="0"/>
            <a:ext cx="6195526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D2F1129-E1A3-730C-830F-2F4994F16E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5575" y="2876614"/>
            <a:ext cx="3110205" cy="110477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41FAE9-F571-6031-5A98-BC62C4019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478" y="987424"/>
            <a:ext cx="4991910" cy="4873627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96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6F42-BA2C-F21D-87BA-E817EDE8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0FE4F-AB59-249C-AF26-AA324285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2B84-4A9F-EAF1-E10A-6D93984E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35829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d 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A8419D-68CE-C637-7EB3-24C903A623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8" r="26"/>
          <a:stretch/>
        </p:blipFill>
        <p:spPr>
          <a:xfrm>
            <a:off x="5993364" y="0"/>
            <a:ext cx="61955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96F42-BA2C-F21D-87BA-E817EDE8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1988"/>
            <a:ext cx="4876769" cy="1085412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0FE4F-AB59-249C-AF26-AA324285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93364" y="0"/>
            <a:ext cx="6198636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2B84-4A9F-EAF1-E10A-6D93984E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76769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6782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04FB60-D51C-5A22-2C1F-FAD02D77D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5472"/>
            <a:ext cx="9144000" cy="18517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B2E38F2-75DA-06BE-83FF-4612808AD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8695"/>
            <a:ext cx="9144000" cy="4513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70396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A21C216-8773-B6C9-1441-9D30731D34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2536" y="2777954"/>
            <a:ext cx="5029201" cy="178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420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4EBED3-2623-62BA-DF66-D0241AA9FA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51B80B-EB50-A88F-E99D-C3AFE8DBE3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607837"/>
            <a:ext cx="12192000" cy="3250163"/>
          </a:xfrm>
          <a:gradFill>
            <a:gsLst>
              <a:gs pos="100000">
                <a:schemeClr val="accent3"/>
              </a:gs>
              <a:gs pos="0">
                <a:schemeClr val="accent3"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/>
              <a:t> 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A2ABE-0433-60CF-F62E-F997BB4B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43" y="4558352"/>
            <a:ext cx="4893860" cy="160361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0833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68337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5674-3B4A-BC22-392A-834B49A1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85210C-55A5-0BBA-A7F3-32B14B0163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63647" y="2344767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1BDA15A-86DB-4011-EBC0-34FE0F2961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2332005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5D9C4E2-6517-3521-8826-5AD81B1F9F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14540" y="2332004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573A59-1D9A-E488-4750-4A03033FE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851140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1D8A906-FE60-F28F-5323-D10B8F706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0850" y="486390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077F0D6-BA3C-4664-29AE-E1CEE41183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14183" y="4851140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F30EA8A-F42D-4C67-5A93-76BFF4F9C2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2979A-A3C6-32B0-2739-0BDC72460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0850" y="519410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8DBB88E-6830-EB9B-AFF0-308C0FC0C7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13114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A56277B-FF5F-236A-7B4F-D18697CB2D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89094" y="2344477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F622E48-DFD2-4702-3D17-37995AD78A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8381" y="48636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4596904-57A4-0A42-D4BA-4BF4FBD881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8381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73592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CE6146-8864-A3BD-7336-8693259977FA}"/>
              </a:ext>
            </a:extLst>
          </p:cNvPr>
          <p:cNvSpPr/>
          <p:nvPr userDrawn="1"/>
        </p:nvSpPr>
        <p:spPr>
          <a:xfrm>
            <a:off x="682388" y="1825625"/>
            <a:ext cx="45719" cy="5032375"/>
          </a:xfrm>
          <a:prstGeom prst="rect">
            <a:avLst/>
          </a:pr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51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45306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82E1-E330-868F-9EC9-49011D28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0F776-0B0D-12DB-2629-1E6836217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5859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4127D-1FFF-D0FA-9AEE-F7900B733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CD772-5F6B-5475-6D88-7B984D2B8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B8A44C-0D7C-8A72-D867-7117D4FF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66300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985-A2B7-4FD9-D4E6-6747F4F4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9795-B1AD-300A-7C9E-0FDAF11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0BB15-A06D-CA96-8793-665BAD53B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729FF-8A66-B17C-158D-319BB7C3F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64BEDBD-EA60-55CD-4EFE-2F80B922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962950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147B34-342C-F196-A649-6ADCAD78623D}"/>
              </a:ext>
            </a:extLst>
          </p:cNvPr>
          <p:cNvSpPr/>
          <p:nvPr userDrawn="1"/>
        </p:nvSpPr>
        <p:spPr>
          <a:xfrm>
            <a:off x="838200" y="1790346"/>
            <a:ext cx="3338015" cy="4635189"/>
          </a:xfrm>
          <a:prstGeom prst="roundRect">
            <a:avLst>
              <a:gd name="adj" fmla="val 398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985-A2B7-4FD9-D4E6-6747F4F4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2167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9795-B1AD-300A-7C9E-0FDAF11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2167" y="2707235"/>
            <a:ext cx="3103278" cy="36253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610B60-97AA-5470-4773-C4B8ADAC7B5E}"/>
              </a:ext>
            </a:extLst>
          </p:cNvPr>
          <p:cNvSpPr/>
          <p:nvPr userDrawn="1"/>
        </p:nvSpPr>
        <p:spPr>
          <a:xfrm>
            <a:off x="8015785" y="1790346"/>
            <a:ext cx="3338015" cy="4635189"/>
          </a:xfrm>
          <a:prstGeom prst="roundRect">
            <a:avLst>
              <a:gd name="adj" fmla="val 3986"/>
            </a:avLst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DDDF7A1-9F07-48C4-F2C6-5E2A531BBCE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39752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FA055BE-E962-D62E-81F6-7BB17239F60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39752" y="2707235"/>
            <a:ext cx="3103278" cy="36253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320C10-7DE7-6D8C-A688-57624F50A079}"/>
              </a:ext>
            </a:extLst>
          </p:cNvPr>
          <p:cNvSpPr/>
          <p:nvPr userDrawn="1"/>
        </p:nvSpPr>
        <p:spPr>
          <a:xfrm>
            <a:off x="4419600" y="1790346"/>
            <a:ext cx="3338015" cy="4635189"/>
          </a:xfrm>
          <a:prstGeom prst="roundRect">
            <a:avLst>
              <a:gd name="adj" fmla="val 3986"/>
            </a:avLst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B3E7E3A-E5AE-201E-6774-37CB43894E6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543567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7E722575-F895-079A-1FF7-922BB991A4A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543567" y="2705385"/>
            <a:ext cx="3103278" cy="36253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3F9910-F58D-1679-2B04-048E7B51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2372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514916-48DE-D91F-B252-FD50062A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67907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4644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2937-5F72-87B1-92D5-50B0DF65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5013-C2C4-5FF9-D3DB-6AA7AF1F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86671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r 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1CC5E-00AE-CE99-C86E-4E01E9EB1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4" t="69" b="-69"/>
          <a:stretch/>
        </p:blipFill>
        <p:spPr>
          <a:xfrm>
            <a:off x="5996474" y="0"/>
            <a:ext cx="61955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E92937-5F72-87B1-92D5-50B0DF65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4802122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478" y="987425"/>
            <a:ext cx="499191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5013-C2C4-5FF9-D3DB-6AA7AF1F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0212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160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our 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1CC5E-00AE-CE99-C86E-4E01E9EB1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4"/>
          <a:stretch/>
        </p:blipFill>
        <p:spPr>
          <a:xfrm>
            <a:off x="5996474" y="0"/>
            <a:ext cx="6195526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0907C04-13E9-CFAB-EDD4-2CA7565A67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5575" y="2876614"/>
            <a:ext cx="3110205" cy="110477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AAFDD4-79A1-276A-DB1D-4073ADD5B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478" y="987424"/>
            <a:ext cx="4991910" cy="4873627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1203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6F42-BA2C-F21D-87BA-E817EDE8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1988"/>
            <a:ext cx="3932237" cy="10854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0FE4F-AB59-249C-AF26-AA324285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2B84-4A9F-EAF1-E10A-6D93984E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66583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d 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A8419D-68CE-C637-7EB3-24C903A623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8" r="26"/>
          <a:stretch/>
        </p:blipFill>
        <p:spPr>
          <a:xfrm>
            <a:off x="6213444" y="0"/>
            <a:ext cx="597544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96F42-BA2C-F21D-87BA-E817EDE8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1988"/>
            <a:ext cx="4876769" cy="1085412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0FE4F-AB59-249C-AF26-AA324285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6554" y="0"/>
            <a:ext cx="5975445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2B84-4A9F-EAF1-E10A-6D93984E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76769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4185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3B25ED-18C8-0E8E-4E5E-7B8E1C8C5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5472"/>
            <a:ext cx="9144000" cy="18517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FB633FE-E720-8D30-AE76-4E3E0301F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8695"/>
            <a:ext cx="9144000" cy="4513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383423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7C8B99D-FDFD-597C-DFB1-A34E33967F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2536" y="2777954"/>
            <a:ext cx="5029201" cy="178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607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4EBED3-2623-62BA-DF66-D0241AA9FA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51B80B-EB50-A88F-E99D-C3AFE8DBE3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607837"/>
            <a:ext cx="12192000" cy="3250163"/>
          </a:xfr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/>
              <a:t> 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A2ABE-0433-60CF-F62E-F997BB4B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43" y="4558352"/>
            <a:ext cx="4893860" cy="160361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23130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47911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5674-3B4A-BC22-392A-834B49A1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85210C-55A5-0BBA-A7F3-32B14B0163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63647" y="2344767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1BDA15A-86DB-4011-EBC0-34FE0F2961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2332005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5D9C4E2-6517-3521-8826-5AD81B1F9F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14540" y="2332004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573A59-1D9A-E488-4750-4A03033FE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851140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1D8A906-FE60-F28F-5323-D10B8F706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0850" y="486390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077F0D6-BA3C-4664-29AE-E1CEE41183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14183" y="4851140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F30EA8A-F42D-4C67-5A93-76BFF4F9C2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2979A-A3C6-32B0-2739-0BDC72460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0850" y="519410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8DBB88E-6830-EB9B-AFF0-308C0FC0C7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13114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A56277B-FF5F-236A-7B4F-D18697CB2D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89094" y="2344477"/>
            <a:ext cx="2339975" cy="2341563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F622E48-DFD2-4702-3D17-37995AD78A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8381" y="48636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4596904-57A4-0A42-D4BA-4BF4FBD881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8381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836788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CE6146-8864-A3BD-7336-8693259977FA}"/>
              </a:ext>
            </a:extLst>
          </p:cNvPr>
          <p:cNvSpPr/>
          <p:nvPr userDrawn="1"/>
        </p:nvSpPr>
        <p:spPr>
          <a:xfrm>
            <a:off x="682388" y="1825625"/>
            <a:ext cx="45719" cy="5032375"/>
          </a:xfrm>
          <a:prstGeom prst="rect">
            <a:avLst/>
          </a:pr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039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72700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82E1-E330-868F-9EC9-49011D28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0F776-0B0D-12DB-2629-1E6836217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70017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4127D-1FFF-D0FA-9AEE-F7900B733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CD772-5F6B-5475-6D88-7B984D2B8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95EA20-7C4F-4579-5B08-5A85E807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28880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985-A2B7-4FD9-D4E6-6747F4F4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9795-B1AD-300A-7C9E-0FDAF11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0BB15-A06D-CA96-8793-665BAD53B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729FF-8A66-B17C-158D-319BB7C3F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178BF6-6956-42FC-1D1B-CD6CD8F4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193079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147B34-342C-F196-A649-6ADCAD78623D}"/>
              </a:ext>
            </a:extLst>
          </p:cNvPr>
          <p:cNvSpPr/>
          <p:nvPr userDrawn="1"/>
        </p:nvSpPr>
        <p:spPr>
          <a:xfrm>
            <a:off x="838200" y="1790346"/>
            <a:ext cx="3338015" cy="4635189"/>
          </a:xfrm>
          <a:prstGeom prst="roundRect">
            <a:avLst>
              <a:gd name="adj" fmla="val 3986"/>
            </a:avLst>
          </a:prstGeom>
          <a:solidFill>
            <a:schemeClr val="bg2"/>
          </a:soli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6B906-846F-FA6D-25EE-70C3039D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57945"/>
            <a:ext cx="10515600" cy="6840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985-A2B7-4FD9-D4E6-6747F4F4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2167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9795-B1AD-300A-7C9E-0FDAF11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2167" y="2707235"/>
            <a:ext cx="3103278" cy="36253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610B60-97AA-5470-4773-C4B8ADAC7B5E}"/>
              </a:ext>
            </a:extLst>
          </p:cNvPr>
          <p:cNvSpPr/>
          <p:nvPr userDrawn="1"/>
        </p:nvSpPr>
        <p:spPr>
          <a:xfrm>
            <a:off x="8015785" y="1790346"/>
            <a:ext cx="3338015" cy="4635189"/>
          </a:xfrm>
          <a:prstGeom prst="roundRect">
            <a:avLst>
              <a:gd name="adj" fmla="val 3986"/>
            </a:avLst>
          </a:prstGeom>
          <a:solidFill>
            <a:schemeClr val="bg1"/>
          </a:soli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DDDF7A1-9F07-48C4-F2C6-5E2A531BBCE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39752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FA055BE-E962-D62E-81F6-7BB17239F60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39752" y="2707235"/>
            <a:ext cx="3103278" cy="36253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320C10-7DE7-6D8C-A688-57624F50A079}"/>
              </a:ext>
            </a:extLst>
          </p:cNvPr>
          <p:cNvSpPr/>
          <p:nvPr userDrawn="1"/>
        </p:nvSpPr>
        <p:spPr>
          <a:xfrm>
            <a:off x="4419600" y="1790346"/>
            <a:ext cx="3338015" cy="4635189"/>
          </a:xfrm>
          <a:prstGeom prst="roundRect">
            <a:avLst>
              <a:gd name="adj" fmla="val 3986"/>
            </a:avLst>
          </a:prstGeom>
          <a:solidFill>
            <a:schemeClr val="bg1"/>
          </a:soli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B3E7E3A-E5AE-201E-6774-37CB43894E6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543567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2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7E722575-F895-079A-1FF7-922BB991A4A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543567" y="2705385"/>
            <a:ext cx="3103278" cy="36253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31606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39425E5-9F46-0879-347F-2033EE7DD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0742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03514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2937-5F72-87B1-92D5-50B0DF65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5013-C2C4-5FF9-D3DB-6AA7AF1F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07585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r 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3AAA20-EFAD-454B-7695-E19D2F863AC6}"/>
              </a:ext>
            </a:extLst>
          </p:cNvPr>
          <p:cNvSpPr/>
          <p:nvPr userDrawn="1"/>
        </p:nvSpPr>
        <p:spPr>
          <a:xfrm>
            <a:off x="5996474" y="0"/>
            <a:ext cx="6195526" cy="685800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E92937-5F72-87B1-92D5-50B0DF65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4802122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478" y="987425"/>
            <a:ext cx="4991910" cy="4873625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5013-C2C4-5FF9-D3DB-6AA7AF1F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0212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589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our 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3AAA20-EFAD-454B-7695-E19D2F863AC6}"/>
              </a:ext>
            </a:extLst>
          </p:cNvPr>
          <p:cNvSpPr/>
          <p:nvPr userDrawn="1"/>
        </p:nvSpPr>
        <p:spPr>
          <a:xfrm>
            <a:off x="5996474" y="0"/>
            <a:ext cx="6195526" cy="685800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478" y="987424"/>
            <a:ext cx="4991910" cy="4873627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320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8A7693C-5523-3212-F216-4F26B03369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5575" y="2876614"/>
            <a:ext cx="3110205" cy="110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62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6F42-BA2C-F21D-87BA-E817EDE8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1988"/>
            <a:ext cx="3932237" cy="10854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0FE4F-AB59-249C-AF26-AA324285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2B84-4A9F-EAF1-E10A-6D93984E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2460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d 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52A788F-1CA6-5C4B-45B1-04996030984C}"/>
              </a:ext>
            </a:extLst>
          </p:cNvPr>
          <p:cNvSpPr/>
          <p:nvPr userDrawn="1"/>
        </p:nvSpPr>
        <p:spPr>
          <a:xfrm>
            <a:off x="5996474" y="0"/>
            <a:ext cx="6195526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196F42-BA2C-F21D-87BA-E817EDE8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1988"/>
            <a:ext cx="4876769" cy="1085412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0FE4F-AB59-249C-AF26-AA324285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96474" y="0"/>
            <a:ext cx="6195526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2B84-4A9F-EAF1-E10A-6D93984E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76769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739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F7FC-1500-5705-AC7F-A477DA19DB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025472"/>
            <a:ext cx="9144000" cy="1851760"/>
          </a:xfrm>
        </p:spPr>
        <p:txBody>
          <a:bodyPr anchor="b"/>
          <a:lstStyle>
            <a:lvl1pPr algn="ctr">
              <a:defRPr sz="6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/>
              <a:t>Presentation </a:t>
            </a:r>
            <a:r>
              <a:rPr lang="nb-NO" err="1"/>
              <a:t>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093F2-B4F3-C78A-F857-CDBDB31B7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8695"/>
            <a:ext cx="9144000" cy="45134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680A498-4714-BF9E-C2D4-EFB2A86528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6164766"/>
            <a:ext cx="9144000" cy="36195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nb-NO"/>
              <a:t>Mark as </a:t>
            </a:r>
            <a:r>
              <a:rPr lang="nb-NO" err="1"/>
              <a:t>Internal</a:t>
            </a:r>
            <a:r>
              <a:rPr lang="nb-NO"/>
              <a:t> or Public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1534627-2EF4-15C5-202D-CF29DECD7A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599352"/>
            <a:ext cx="9144000" cy="49688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nb-NO" err="1"/>
              <a:t>Name</a:t>
            </a:r>
            <a:r>
              <a:rPr lang="nb-NO"/>
              <a:t> and Date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64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52C49280-D10B-3775-5AB7-20C3F74B02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683" y="1659914"/>
            <a:ext cx="6974633" cy="382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55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24EBED3-2623-62BA-DF66-D0241AA9FA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51B80B-EB50-A88F-E99D-C3AFE8DBE3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607837"/>
            <a:ext cx="12192000" cy="3250163"/>
          </a:xfrm>
          <a:gradFill>
            <a:gsLst>
              <a:gs pos="100000">
                <a:schemeClr val="tx2"/>
              </a:gs>
              <a:gs pos="0">
                <a:srgbClr val="00A09B">
                  <a:alpha val="0"/>
                </a:srgb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nb-NO"/>
              <a:t> 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EA2ABE-0433-60CF-F62E-F997BB4BD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843" y="4558352"/>
            <a:ext cx="4893860" cy="160361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34053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82E1-E330-868F-9EC9-49011D28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0F776-0B0D-12DB-2629-1E6836217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873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39487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5674-3B4A-BC22-392A-834B49A1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85210C-55A5-0BBA-A7F3-32B14B0163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63647" y="2344767"/>
            <a:ext cx="2339975" cy="2341563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1BDA15A-86DB-4011-EBC0-34FE0F2961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2332005"/>
            <a:ext cx="2339975" cy="2341563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5D9C4E2-6517-3521-8826-5AD81B1F9F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14540" y="2332004"/>
            <a:ext cx="2339975" cy="2341563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573A59-1D9A-E488-4750-4A03033FE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851140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1D8A906-FE60-F28F-5323-D10B8F706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0850" y="486390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077F0D6-BA3C-4664-29AE-E1CEE41183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14183" y="4851140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F30EA8A-F42D-4C67-5A93-76BFF4F9C2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2979A-A3C6-32B0-2739-0BDC72460D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0850" y="519410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8DBB88E-6830-EB9B-AFF0-308C0FC0C7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13114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6A56277B-FF5F-236A-7B4F-D18697CB2D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89094" y="2344477"/>
            <a:ext cx="2339975" cy="2341563"/>
          </a:xfrm>
          <a:prstGeom prst="ellipse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F622E48-DFD2-4702-3D17-37995AD78A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88381" y="48636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en-US" sz="2000">
                <a:latin typeface="Poppins" panose="00000500000000000000" pitchFamily="2" charset="0"/>
                <a:cs typeface="Poppins" panose="00000500000000000000" pitchFamily="2" charset="0"/>
              </a:rPr>
              <a:t>Name</a:t>
            </a:r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4596904-57A4-0A42-D4BA-4BF4FBD881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88381" y="5193812"/>
            <a:ext cx="2340688" cy="330200"/>
          </a:xfrm>
        </p:spPr>
        <p:txBody>
          <a:bodyPr>
            <a:noAutofit/>
          </a:bodyPr>
          <a:lstStyle>
            <a:lvl1pPr marL="0" indent="0" algn="ctr">
              <a:buNone/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653965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CE6146-8864-A3BD-7336-8693259977FA}"/>
              </a:ext>
            </a:extLst>
          </p:cNvPr>
          <p:cNvSpPr/>
          <p:nvPr userDrawn="1"/>
        </p:nvSpPr>
        <p:spPr>
          <a:xfrm>
            <a:off x="682388" y="1825625"/>
            <a:ext cx="45719" cy="503237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0470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E7354-F581-4186-4ED0-C06FABC7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4663-7B90-358C-E488-67661DBDD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06002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9E4F-0E5A-2102-1250-FBC4CE0D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4127D-1FFF-D0FA-9AEE-F7900B733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CD772-5F6B-5475-6D88-7B984D2B8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25278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985-A2B7-4FD9-D4E6-6747F4F4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9795-B1AD-300A-7C9E-0FDAF11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0BB15-A06D-CA96-8793-665BAD53B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729FF-8A66-B17C-158D-319BB7C3F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EE02FF7-4423-C82D-6E9F-9512C90A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17454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147B34-342C-F196-A649-6ADCAD78623D}"/>
              </a:ext>
            </a:extLst>
          </p:cNvPr>
          <p:cNvSpPr/>
          <p:nvPr userDrawn="1"/>
        </p:nvSpPr>
        <p:spPr>
          <a:xfrm>
            <a:off x="838200" y="1790346"/>
            <a:ext cx="3338015" cy="4635189"/>
          </a:xfrm>
          <a:prstGeom prst="roundRect">
            <a:avLst>
              <a:gd name="adj" fmla="val 3986"/>
            </a:avLst>
          </a:prstGeom>
          <a:gradFill>
            <a:gsLst>
              <a:gs pos="31000">
                <a:schemeClr val="accent1"/>
              </a:gs>
              <a:gs pos="100000">
                <a:srgbClr val="377D7B"/>
              </a:gs>
            </a:gsLst>
            <a:lin ang="5400000" scaled="1"/>
          </a:gra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16B906-846F-FA6D-25EE-70C3039D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5589"/>
            <a:ext cx="10515600" cy="6817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16985-A2B7-4FD9-D4E6-6747F4F4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2167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39795-B1AD-300A-7C9E-0FDAF11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2167" y="2707235"/>
            <a:ext cx="3103278" cy="3625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610B60-97AA-5470-4773-C4B8ADAC7B5E}"/>
              </a:ext>
            </a:extLst>
          </p:cNvPr>
          <p:cNvSpPr/>
          <p:nvPr userDrawn="1"/>
        </p:nvSpPr>
        <p:spPr>
          <a:xfrm>
            <a:off x="8015785" y="1790346"/>
            <a:ext cx="3338015" cy="4635189"/>
          </a:xfrm>
          <a:prstGeom prst="roundRect">
            <a:avLst>
              <a:gd name="adj" fmla="val 3986"/>
            </a:avLst>
          </a:prstGeom>
          <a:gradFill>
            <a:gsLst>
              <a:gs pos="31000">
                <a:schemeClr val="accent1"/>
              </a:gs>
              <a:gs pos="100000">
                <a:srgbClr val="377D7B"/>
              </a:gs>
            </a:gsLst>
            <a:lin ang="5400000" scaled="1"/>
          </a:gra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DDDF7A1-9F07-48C4-F2C6-5E2A531BBCE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39752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FA055BE-E962-D62E-81F6-7BB17239F60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39752" y="2707235"/>
            <a:ext cx="3103278" cy="3625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320C10-7DE7-6D8C-A688-57624F50A079}"/>
              </a:ext>
            </a:extLst>
          </p:cNvPr>
          <p:cNvSpPr/>
          <p:nvPr userDrawn="1"/>
        </p:nvSpPr>
        <p:spPr>
          <a:xfrm>
            <a:off x="4419600" y="1790346"/>
            <a:ext cx="3338015" cy="4635189"/>
          </a:xfrm>
          <a:prstGeom prst="roundRect">
            <a:avLst>
              <a:gd name="adj" fmla="val 3986"/>
            </a:avLst>
          </a:prstGeom>
          <a:gradFill>
            <a:gsLst>
              <a:gs pos="31000">
                <a:schemeClr val="accent1"/>
              </a:gs>
              <a:gs pos="100000">
                <a:srgbClr val="377D7B"/>
              </a:gs>
            </a:gsLst>
            <a:lin ang="5400000" scaled="1"/>
          </a:gradFill>
          <a:ln>
            <a:noFill/>
          </a:ln>
          <a:effectLst>
            <a:outerShdw blurRad="114300" dist="38100" dir="2700000" sx="101000" sy="101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B3E7E3A-E5AE-201E-6774-37CB43894E6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543567" y="1903864"/>
            <a:ext cx="3104866" cy="710394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7E722575-F895-079A-1FF7-922BB991A4A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543567" y="2705385"/>
            <a:ext cx="3103278" cy="36253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074973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417F-8724-F0B0-61DF-3F016D16B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830407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338622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2937-5F72-87B1-92D5-50B0DF65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5013-C2C4-5FF9-D3DB-6AA7AF1F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551816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r 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1CC5E-00AE-CE99-C86E-4E01E9EB1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4" t="69" b="-69"/>
          <a:stretch/>
        </p:blipFill>
        <p:spPr>
          <a:xfrm>
            <a:off x="5996474" y="0"/>
            <a:ext cx="61955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E92937-5F72-87B1-92D5-50B0DF65B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4802122" cy="1069975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D088-C0B5-28C7-2B8A-F6DC3A75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478" y="987425"/>
            <a:ext cx="499191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65013-C2C4-5FF9-D3DB-6AA7AF1F6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0212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7486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our 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91CC5E-00AE-CE99-C86E-4E01E9EB1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4" t="69" b="-69"/>
          <a:stretch/>
        </p:blipFill>
        <p:spPr>
          <a:xfrm>
            <a:off x="5996474" y="0"/>
            <a:ext cx="6195526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CCEC9ED-54AC-4DEB-BD5F-AD6B70E05B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5575" y="2876614"/>
            <a:ext cx="3110205" cy="110477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B2BD58-4FD8-96CF-F4B4-81FB4C210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3478" y="987424"/>
            <a:ext cx="4991910" cy="4873627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3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2169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96F42-BA2C-F21D-87BA-E817EDE8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1988"/>
            <a:ext cx="3932237" cy="10854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0FE4F-AB59-249C-AF26-AA324285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2B84-4A9F-EAF1-E10A-6D93984E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53735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d 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A8419D-68CE-C637-7EB3-24C903A623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58" r="26"/>
          <a:stretch/>
        </p:blipFill>
        <p:spPr>
          <a:xfrm>
            <a:off x="5993364" y="0"/>
            <a:ext cx="619552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96F42-BA2C-F21D-87BA-E817EDE8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71988"/>
            <a:ext cx="4876769" cy="1085412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0FE4F-AB59-249C-AF26-AA324285B7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93364" y="0"/>
            <a:ext cx="6198635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12B84-4A9F-EAF1-E10A-6D93984E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76769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859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87BC25-93FB-11C5-4BDF-E806BE7A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343"/>
            <a:ext cx="10515600" cy="690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227EE-3F50-56A0-F19B-45B367466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</p:spTree>
    <p:extLst>
      <p:ext uri="{BB962C8B-B14F-4D97-AF65-F5344CB8AC3E}">
        <p14:creationId xmlns:p14="http://schemas.microsoft.com/office/powerpoint/2010/main" val="359292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21" r:id="rId2"/>
    <p:sldLayoutId id="2147483711" r:id="rId3"/>
    <p:sldLayoutId id="2147483663" r:id="rId4"/>
    <p:sldLayoutId id="2147483723" r:id="rId5"/>
    <p:sldLayoutId id="2147483699" r:id="rId6"/>
    <p:sldLayoutId id="2147483727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704" r:id="rId15"/>
    <p:sldLayoutId id="2147483717" r:id="rId16"/>
    <p:sldLayoutId id="2147483671" r:id="rId17"/>
    <p:sldLayoutId id="214748370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717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45B05-540A-4E93-9242-8E0493DC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8A4DF-C6F6-BD6D-C838-2EF664721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</p:spTree>
    <p:extLst>
      <p:ext uri="{BB962C8B-B14F-4D97-AF65-F5344CB8AC3E}">
        <p14:creationId xmlns:p14="http://schemas.microsoft.com/office/powerpoint/2010/main" val="385763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20" r:id="rId2"/>
    <p:sldLayoutId id="2147483712" r:id="rId3"/>
    <p:sldLayoutId id="2147483676" r:id="rId4"/>
    <p:sldLayoutId id="2147483724" r:id="rId5"/>
    <p:sldLayoutId id="2147483700" r:id="rId6"/>
    <p:sldLayoutId id="2147483728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706" r:id="rId15"/>
    <p:sldLayoutId id="2147483718" r:id="rId16"/>
    <p:sldLayoutId id="2147483684" r:id="rId17"/>
    <p:sldLayoutId id="214748370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388325-6802-3E01-D6CB-B2C56C8F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81230-D78B-B9DD-1E5D-37025E79F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</p:txBody>
      </p:sp>
    </p:spTree>
    <p:extLst>
      <p:ext uri="{BB962C8B-B14F-4D97-AF65-F5344CB8AC3E}">
        <p14:creationId xmlns:p14="http://schemas.microsoft.com/office/powerpoint/2010/main" val="94136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719" r:id="rId2"/>
    <p:sldLayoutId id="2147483713" r:id="rId3"/>
    <p:sldLayoutId id="2147483688" r:id="rId4"/>
    <p:sldLayoutId id="2147483725" r:id="rId5"/>
    <p:sldLayoutId id="2147483701" r:id="rId6"/>
    <p:sldLayoutId id="2147483729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708" r:id="rId15"/>
    <p:sldLayoutId id="2147483714" r:id="rId16"/>
    <p:sldLayoutId id="2147483696" r:id="rId17"/>
    <p:sldLayoutId id="214748370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B6B053-437C-2B05-D2D9-9EE3505E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167"/>
            <a:ext cx="10515600" cy="684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3A060-EEA9-58B6-F0EC-633EE4D0E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177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0.jp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0.jp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0.jp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0.jp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0.jp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0.jp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10.jp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5.png"/><Relationship Id="rId5" Type="http://schemas.openxmlformats.org/officeDocument/2006/relationships/image" Target="../media/image10.jp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64C0-8E33-F1C5-816A-A8E0E15B4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Poppins SemiBold" panose="00000700000000000000" pitchFamily="2" charset="0"/>
                <a:cs typeface="Poppins SemiBold" panose="00000700000000000000" pitchFamily="2" charset="0"/>
              </a:rPr>
              <a:t>Dualog</a:t>
            </a:r>
            <a:r>
              <a:rPr lang="en-US" dirty="0">
                <a:latin typeface="Poppins SemiBold" panose="00000700000000000000" pitchFamily="2" charset="0"/>
                <a:cs typeface="Poppins SemiBold" panose="00000700000000000000" pitchFamily="2" charset="0"/>
              </a:rPr>
              <a:t> Mail </a:t>
            </a:r>
            <a:endParaRPr lang="en-GB" dirty="0">
              <a:latin typeface="Poppins SemiBold" panose="00000700000000000000" pitchFamily="2" charset="0"/>
              <a:cs typeface="Poppins SemiBold" panose="000007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7D610-FDAB-E476-F527-63F8F3132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69758"/>
            <a:ext cx="6170211" cy="15198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latin typeface="Poppins Medium"/>
                <a:cs typeface="Poppins Medium"/>
              </a:rPr>
              <a:t>Anglo-Eastern Ship Management</a:t>
            </a:r>
            <a:br>
              <a:rPr lang="en-GB" dirty="0">
                <a:latin typeface="Poppins Medium"/>
                <a:cs typeface="Poppins Medium"/>
              </a:rPr>
            </a:br>
            <a:r>
              <a:rPr lang="en-GB" dirty="0">
                <a:latin typeface="Poppins Medium"/>
                <a:cs typeface="Poppins Medium"/>
              </a:rPr>
              <a:t>Operational Discussion </a:t>
            </a:r>
            <a:br>
              <a:rPr lang="en-GB" dirty="0">
                <a:latin typeface="Poppins Medium"/>
                <a:cs typeface="Poppins Medium"/>
              </a:rPr>
            </a:br>
            <a:r>
              <a:rPr lang="en-GB" dirty="0">
                <a:latin typeface="Poppins Medium"/>
                <a:cs typeface="Poppins Medium"/>
              </a:rPr>
              <a:t>14</a:t>
            </a:r>
            <a:r>
              <a:rPr lang="en-GB" baseline="30000" dirty="0">
                <a:latin typeface="Poppins Medium"/>
                <a:cs typeface="Poppins Medium"/>
              </a:rPr>
              <a:t>th</a:t>
            </a:r>
            <a:r>
              <a:rPr lang="en-GB" dirty="0">
                <a:latin typeface="Poppins Medium"/>
                <a:cs typeface="Poppins Medium"/>
              </a:rPr>
              <a:t> October 2025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 descr="A white and blue letter with a piece of paper in it&#10;&#10;AI-generated content may be incorrect.">
            <a:extLst>
              <a:ext uri="{FF2B5EF4-FFF2-40B4-BE49-F238E27FC236}">
                <a16:creationId xmlns:a16="http://schemas.microsoft.com/office/drawing/2014/main" id="{918C8731-B3CF-E606-2D74-0183D9656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31" y="2695772"/>
            <a:ext cx="3140895" cy="3025910"/>
          </a:xfrm>
          <a:prstGeom prst="rect">
            <a:avLst/>
          </a:prstGeom>
        </p:spPr>
      </p:pic>
      <p:pic>
        <p:nvPicPr>
          <p:cNvPr id="8" name="Picture 7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001BE88D-89BB-3D1A-D5DC-F3F9C88CF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33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1DA24B9-A285-8A66-D2FB-FC9644CA0005}"/>
              </a:ext>
            </a:extLst>
          </p:cNvPr>
          <p:cNvSpPr txBox="1">
            <a:spLocks/>
          </p:cNvSpPr>
          <p:nvPr/>
        </p:nvSpPr>
        <p:spPr>
          <a:xfrm>
            <a:off x="617691" y="956717"/>
            <a:ext cx="7541226" cy="773725"/>
          </a:xfrm>
          <a:prstGeom prst="rect">
            <a:avLst/>
          </a:prstGeom>
        </p:spPr>
        <p:txBody>
          <a:bodyPr vert="horz" lIns="0" tIns="45720" rIns="0" bIns="4572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  <a:sym typeface="Poppins Light"/>
              </a:rPr>
              <a:t>Dualog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  <a:sym typeface="Poppins Light"/>
              </a:rPr>
              <a:t> Mail Deployment Status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B1BF398-1CCB-B205-BC10-30FC6B20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92" y="1947672"/>
            <a:ext cx="8059964" cy="44447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Dualog</a:t>
            </a:r>
            <a:r>
              <a:rPr lang="en-US" sz="1800" dirty="0">
                <a:latin typeface="Poppins Medium" panose="00000600000000000000" pitchFamily="2" charset="0"/>
                <a:cs typeface="Poppins Medium" panose="00000600000000000000" pitchFamily="2" charset="0"/>
              </a:rPr>
              <a:t> business mail – Phase 1 : Deployed 287 vessels so far</a:t>
            </a:r>
          </a:p>
          <a:p>
            <a:pPr>
              <a:lnSpc>
                <a:spcPct val="150000"/>
              </a:lnSpc>
            </a:pPr>
            <a:r>
              <a:rPr lang="en-US" sz="1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Dualog</a:t>
            </a:r>
            <a:r>
              <a:rPr lang="en-US" sz="1800" dirty="0">
                <a:latin typeface="Poppins Medium" panose="00000600000000000000" pitchFamily="2" charset="0"/>
                <a:cs typeface="Poppins Medium" panose="00000600000000000000" pitchFamily="2" charset="0"/>
              </a:rPr>
              <a:t> business mail – Phase 2 : Role based login – Pending testing phase with One net</a:t>
            </a:r>
            <a:br>
              <a:rPr lang="en-US" sz="1800" dirty="0"/>
            </a:br>
            <a:endParaRPr kumimoji="0" lang="en-GB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4CE855EE-E1E9-4C10-7AAF-F14F0EB02AB6}"/>
              </a:ext>
            </a:extLst>
          </p:cNvPr>
          <p:cNvSpPr/>
          <p:nvPr/>
        </p:nvSpPr>
        <p:spPr>
          <a:xfrm>
            <a:off x="4327082" y="3111048"/>
            <a:ext cx="773726" cy="773726"/>
          </a:xfrm>
          <a:prstGeom prst="flowChartConnector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 descr="A blue outline of a hat&#10;&#10;AI-generated content may be incorrect.">
            <a:extLst>
              <a:ext uri="{FF2B5EF4-FFF2-40B4-BE49-F238E27FC236}">
                <a16:creationId xmlns:a16="http://schemas.microsoft.com/office/drawing/2014/main" id="{F9AB7C50-62D4-52C8-9346-CE64C7727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082" y="3070349"/>
            <a:ext cx="717301" cy="71730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Picture 1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7DC4FF6C-3D31-6BE0-25DE-E2B3CD9317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1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4B637-3172-42BC-B6DB-0104C84651AC}"/>
              </a:ext>
            </a:extLst>
          </p:cNvPr>
          <p:cNvSpPr txBox="1">
            <a:spLocks/>
          </p:cNvSpPr>
          <p:nvPr/>
        </p:nvSpPr>
        <p:spPr>
          <a:xfrm>
            <a:off x="630136" y="431270"/>
            <a:ext cx="5295176" cy="3314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3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Dualog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 Mail – Operational Discussion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F625F0-AF06-1E35-DDDE-63B2ACD35666}"/>
              </a:ext>
            </a:extLst>
          </p:cNvPr>
          <p:cNvSpPr txBox="1">
            <a:spLocks/>
          </p:cNvSpPr>
          <p:nvPr/>
        </p:nvSpPr>
        <p:spPr>
          <a:xfrm>
            <a:off x="962587" y="1236128"/>
            <a:ext cx="8998712" cy="1128449"/>
          </a:xfrm>
          <a:prstGeom prst="rect">
            <a:avLst/>
          </a:prstGeom>
        </p:spPr>
        <p:txBody>
          <a:bodyPr vert="horz" lIns="0" tIns="45720" rIns="0" bIns="4572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/>
                <a:cs typeface="Poppins SemiBold"/>
                <a:sym typeface="Poppins Light"/>
              </a:rPr>
              <a:t>Pending message is flooding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E843F-C14B-BE49-568B-7B247E607B4A}"/>
              </a:ext>
            </a:extLst>
          </p:cNvPr>
          <p:cNvSpPr txBox="1"/>
          <p:nvPr/>
        </p:nvSpPr>
        <p:spPr>
          <a:xfrm>
            <a:off x="624259" y="2150840"/>
            <a:ext cx="92329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Email forwarding done so early, jam up the pending queue, new vessel need to download all these messages before commission of </a:t>
            </a:r>
            <a:r>
              <a:rPr lang="en-GB" dirty="0" err="1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Dualog</a:t>
            </a: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business mail – not ideal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Can we do email forwarding 1 months before real-activation of vessel, or do it when we intend to activate the vessel ?</a:t>
            </a:r>
            <a:endParaRPr lang="en-US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5" name="Picture 14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5BCD0539-6C42-ADA5-C409-3981DB0B77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40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CACB-4E04-48FF-B65C-BEF0A530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9271D0-EE9F-D99E-4862-BFDA8EC4433F}"/>
              </a:ext>
            </a:extLst>
          </p:cNvPr>
          <p:cNvSpPr txBox="1">
            <a:spLocks/>
          </p:cNvSpPr>
          <p:nvPr/>
        </p:nvSpPr>
        <p:spPr>
          <a:xfrm>
            <a:off x="630136" y="431270"/>
            <a:ext cx="5295176" cy="3314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3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Dualog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 Mail – Operational Discussion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72F9B86-D045-A824-EB0C-ECACF6178F08}"/>
              </a:ext>
            </a:extLst>
          </p:cNvPr>
          <p:cNvSpPr txBox="1">
            <a:spLocks/>
          </p:cNvSpPr>
          <p:nvPr/>
        </p:nvSpPr>
        <p:spPr>
          <a:xfrm>
            <a:off x="962587" y="1236128"/>
            <a:ext cx="8998712" cy="1128449"/>
          </a:xfrm>
          <a:prstGeom prst="rect">
            <a:avLst/>
          </a:prstGeom>
        </p:spPr>
        <p:txBody>
          <a:bodyPr vert="horz" lIns="0" tIns="45720" rIns="0" bIns="4572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/>
                <a:cs typeface="Poppins SemiBold"/>
                <a:sym typeface="Poppins Light"/>
              </a:rPr>
              <a:t>V Drive – IMAP Backup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519FF-0A6D-1E5A-29CB-930A8088936A}"/>
              </a:ext>
            </a:extLst>
          </p:cNvPr>
          <p:cNvSpPr txBox="1"/>
          <p:nvPr/>
        </p:nvSpPr>
        <p:spPr>
          <a:xfrm>
            <a:off x="630136" y="1903952"/>
            <a:ext cx="9232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Backup Drive for IMAP backup, this is a critical operation process to backup email history of the vessel mailbox</a:t>
            </a:r>
            <a:b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endParaRPr lang="en-GB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Not all vessel configured with V Drive still….</a:t>
            </a:r>
            <a:endParaRPr lang="en-US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2" name="Picture 1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447CDD74-9F4E-2458-352A-4410EE92B6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0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F0C85-5FE3-BE63-1D25-239ADFB71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37A17C-7529-8E34-C2C2-53C8C147C5F8}"/>
              </a:ext>
            </a:extLst>
          </p:cNvPr>
          <p:cNvSpPr txBox="1">
            <a:spLocks/>
          </p:cNvSpPr>
          <p:nvPr/>
        </p:nvSpPr>
        <p:spPr>
          <a:xfrm>
            <a:off x="630136" y="431270"/>
            <a:ext cx="5295176" cy="3314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3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Dualog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 Mail – Operational Discussion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20FF578-D25C-DF41-D28B-13402565F3AB}"/>
              </a:ext>
            </a:extLst>
          </p:cNvPr>
          <p:cNvSpPr txBox="1">
            <a:spLocks/>
          </p:cNvSpPr>
          <p:nvPr/>
        </p:nvSpPr>
        <p:spPr>
          <a:xfrm>
            <a:off x="962587" y="1236128"/>
            <a:ext cx="8998712" cy="1128449"/>
          </a:xfrm>
          <a:prstGeom prst="rect">
            <a:avLst/>
          </a:prstGeom>
        </p:spPr>
        <p:txBody>
          <a:bodyPr vert="horz" lIns="0" tIns="45720" rIns="0" bIns="4572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/>
                <a:cs typeface="Poppins SemiBold"/>
                <a:sym typeface="Poppins Light"/>
              </a:rPr>
              <a:t>Request for support assistance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1AD19-6A58-9ED2-64CC-2FFCAA58D4B4}"/>
              </a:ext>
            </a:extLst>
          </p:cNvPr>
          <p:cNvSpPr txBox="1"/>
          <p:nvPr/>
        </p:nvSpPr>
        <p:spPr>
          <a:xfrm>
            <a:off x="624259" y="2150840"/>
            <a:ext cx="92329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If there is a need for </a:t>
            </a:r>
            <a:r>
              <a:rPr lang="en-GB" dirty="0" err="1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Dualog</a:t>
            </a: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support to remote access</a:t>
            </a:r>
            <a:b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endParaRPr lang="en-GB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Provide all critical information such as token access URL and </a:t>
            </a:r>
            <a:b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- Callsign : Password</a:t>
            </a:r>
            <a:b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- </a:t>
            </a:r>
            <a:r>
              <a:rPr lang="en-GB" dirty="0" err="1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aeship</a:t>
            </a:r>
            <a:r>
              <a:rPr lang="en-GB" dirty="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: Password</a:t>
            </a:r>
            <a:endParaRPr lang="en-US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2" name="Picture 1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A9C971C1-3BAA-2683-5242-DABF75A255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4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703AF-758C-9690-F562-C148EED03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B1D42D-C40D-2387-EADA-42869C2C345F}"/>
              </a:ext>
            </a:extLst>
          </p:cNvPr>
          <p:cNvSpPr txBox="1">
            <a:spLocks/>
          </p:cNvSpPr>
          <p:nvPr/>
        </p:nvSpPr>
        <p:spPr>
          <a:xfrm>
            <a:off x="630136" y="431270"/>
            <a:ext cx="5295176" cy="3314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3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Dualog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 Mail – Operational Discussion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ABCD0BD-902E-FAAA-F1BE-074D6D878473}"/>
              </a:ext>
            </a:extLst>
          </p:cNvPr>
          <p:cNvSpPr txBox="1">
            <a:spLocks/>
          </p:cNvSpPr>
          <p:nvPr/>
        </p:nvSpPr>
        <p:spPr>
          <a:xfrm>
            <a:off x="962587" y="1236128"/>
            <a:ext cx="8998712" cy="1128449"/>
          </a:xfrm>
          <a:prstGeom prst="rect">
            <a:avLst/>
          </a:prstGeom>
        </p:spPr>
        <p:txBody>
          <a:bodyPr vert="horz" lIns="0" tIns="45720" rIns="0" bIns="4572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/>
                <a:cs typeface="Poppins SemiBold"/>
                <a:sym typeface="Poppins Light"/>
              </a:rPr>
              <a:t>Request for support assistance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D0146E1-CA8F-973C-5AE0-C0FBA2E93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36" y="1907921"/>
            <a:ext cx="10515600" cy="4351338"/>
          </a:xfrm>
        </p:spPr>
        <p:txBody>
          <a:bodyPr/>
          <a:lstStyle/>
          <a:p>
            <a:r>
              <a:rPr lang="en-GB" dirty="0"/>
              <a:t>Vessel IT do basic initial assessment of the issue </a:t>
            </a:r>
          </a:p>
          <a:p>
            <a:r>
              <a:rPr lang="en-GB" dirty="0" err="1"/>
              <a:t>Dualog</a:t>
            </a:r>
            <a:r>
              <a:rPr lang="en-GB" dirty="0"/>
              <a:t> Support might not remote in immediate and request for follow-up troubleshooting via Vessel IT with Captain</a:t>
            </a:r>
          </a:p>
          <a:p>
            <a:r>
              <a:rPr lang="en-GB" dirty="0"/>
              <a:t>Support cases tend to drag quite long between Vessel IT and </a:t>
            </a:r>
            <a:r>
              <a:rPr lang="en-GB" dirty="0" err="1"/>
              <a:t>Dualog</a:t>
            </a:r>
            <a:r>
              <a:rPr lang="en-GB" dirty="0"/>
              <a:t> Support </a:t>
            </a:r>
          </a:p>
          <a:p>
            <a:r>
              <a:rPr lang="en-GB" dirty="0"/>
              <a:t>What is the support expectation and response time? </a:t>
            </a:r>
          </a:p>
          <a:p>
            <a:r>
              <a:rPr lang="en-GB" dirty="0"/>
              <a:t>What is the GCC Operating hours</a:t>
            </a:r>
            <a:endParaRPr lang="en-US" dirty="0"/>
          </a:p>
        </p:txBody>
      </p:sp>
      <p:pic>
        <p:nvPicPr>
          <p:cNvPr id="6" name="Picture 5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819CD68D-D843-920A-6F3E-C7D46D7360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8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02A67-CA16-70EE-662E-A9AD75AF7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7D7FD9-B51B-3784-2AAB-CC95C8104A76}"/>
              </a:ext>
            </a:extLst>
          </p:cNvPr>
          <p:cNvSpPr txBox="1">
            <a:spLocks/>
          </p:cNvSpPr>
          <p:nvPr/>
        </p:nvSpPr>
        <p:spPr>
          <a:xfrm>
            <a:off x="630136" y="431270"/>
            <a:ext cx="5295176" cy="3314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3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Dualog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 Mail – Operational Discussion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15768CA-0427-AE75-F2BF-16D71921D774}"/>
              </a:ext>
            </a:extLst>
          </p:cNvPr>
          <p:cNvSpPr txBox="1">
            <a:spLocks/>
          </p:cNvSpPr>
          <p:nvPr/>
        </p:nvSpPr>
        <p:spPr>
          <a:xfrm>
            <a:off x="962587" y="1236128"/>
            <a:ext cx="8998712" cy="1128449"/>
          </a:xfrm>
          <a:prstGeom prst="rect">
            <a:avLst/>
          </a:prstGeom>
        </p:spPr>
        <p:txBody>
          <a:bodyPr vert="horz" lIns="0" tIns="45720" rIns="0" bIns="4572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/>
                <a:cs typeface="Poppins SemiBold"/>
                <a:sym typeface="Poppins Light"/>
              </a:rPr>
              <a:t>Request for support assistance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B7A0E9-23D8-377E-D4C2-2ADF04629112}"/>
              </a:ext>
            </a:extLst>
          </p:cNvPr>
          <p:cNvSpPr txBox="1">
            <a:spLocks/>
          </p:cNvSpPr>
          <p:nvPr/>
        </p:nvSpPr>
        <p:spPr>
          <a:xfrm>
            <a:off x="630136" y="18682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So far, We observe 75% of the support ticket is related to MS Outlook issue.</a:t>
            </a:r>
          </a:p>
          <a:p>
            <a:r>
              <a:rPr lang="en-GB" dirty="0"/>
              <a:t>Outlook sync issue</a:t>
            </a:r>
          </a:p>
          <a:p>
            <a:r>
              <a:rPr lang="en-GB" dirty="0"/>
              <a:t>Outlook message delayed</a:t>
            </a:r>
          </a:p>
          <a:p>
            <a:r>
              <a:rPr lang="en-GB" dirty="0"/>
              <a:t>Outlook operational error </a:t>
            </a:r>
          </a:p>
          <a:p>
            <a:r>
              <a:rPr lang="en-GB" dirty="0"/>
              <a:t>Outlook sync blocked between </a:t>
            </a:r>
            <a:r>
              <a:rPr lang="en-GB" dirty="0" err="1"/>
              <a:t>Dualog</a:t>
            </a:r>
            <a:r>
              <a:rPr lang="en-GB" dirty="0"/>
              <a:t> </a:t>
            </a:r>
            <a:r>
              <a:rPr lang="en-GB" dirty="0" err="1"/>
              <a:t>imap</a:t>
            </a:r>
            <a:r>
              <a:rPr lang="en-GB" dirty="0"/>
              <a:t> server</a:t>
            </a:r>
          </a:p>
        </p:txBody>
      </p:sp>
      <p:pic>
        <p:nvPicPr>
          <p:cNvPr id="8" name="Picture 7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914C80CC-18F7-94D2-4E08-A55267A2E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58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36C21-B838-6993-CC49-F8B9EF65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C3FF96-35BC-9CC6-B1D9-EEB2BDEEA48C}"/>
              </a:ext>
            </a:extLst>
          </p:cNvPr>
          <p:cNvSpPr txBox="1">
            <a:spLocks/>
          </p:cNvSpPr>
          <p:nvPr/>
        </p:nvSpPr>
        <p:spPr>
          <a:xfrm>
            <a:off x="630136" y="431270"/>
            <a:ext cx="5295176" cy="3314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3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Dualog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 Mail – Operational Discussion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A214ABF-20BC-359E-5F20-9EDE0C6EDE9F}"/>
              </a:ext>
            </a:extLst>
          </p:cNvPr>
          <p:cNvSpPr txBox="1">
            <a:spLocks/>
          </p:cNvSpPr>
          <p:nvPr/>
        </p:nvSpPr>
        <p:spPr>
          <a:xfrm>
            <a:off x="630136" y="1126400"/>
            <a:ext cx="8998712" cy="1128449"/>
          </a:xfrm>
          <a:prstGeom prst="rect">
            <a:avLst/>
          </a:prstGeom>
        </p:spPr>
        <p:txBody>
          <a:bodyPr vert="horz" lIns="0" tIns="45720" rIns="0" bIns="45720" numCol="1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SemiBold"/>
                <a:cs typeface="Poppins SemiBold"/>
                <a:sym typeface="Poppins Light"/>
              </a:rPr>
              <a:t>Outlook IMAP sync issue</a:t>
            </a:r>
          </a:p>
        </p:txBody>
      </p:sp>
      <p:pic>
        <p:nvPicPr>
          <p:cNvPr id="8" name="Picture 7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EB527B27-71F3-7C0B-E165-7E09946E2A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91C86F5-6D9A-0172-F45F-4019B7931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- Outlook Sync issue</a:t>
            </a:r>
          </a:p>
          <a:p>
            <a:r>
              <a:rPr lang="en-GB" dirty="0"/>
              <a:t>6 months after deployment, we noticed increased number of vessels reported Outlook sync issue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- Investigation Report on Outlook Issue</a:t>
            </a:r>
            <a:br>
              <a:rPr lang="en-GB" dirty="0"/>
            </a:br>
            <a:br>
              <a:rPr lang="en-GB" dirty="0"/>
            </a:br>
            <a:r>
              <a:rPr lang="en-GB" dirty="0"/>
              <a:t>- Ver 5.11 – Fix Outlook Rename Abnormality</a:t>
            </a:r>
            <a:br>
              <a:rPr lang="en-GB" dirty="0"/>
            </a:br>
            <a:r>
              <a:rPr lang="en-GB" dirty="0"/>
              <a:t>- Compile new deployment script with Ver 5.11 shared with GCC Team </a:t>
            </a:r>
            <a:br>
              <a:rPr lang="en-GB" dirty="0"/>
            </a:br>
            <a:r>
              <a:rPr lang="en-GB" dirty="0"/>
              <a:t>- Darren testing for first 20 vessels, fine-tuned </a:t>
            </a:r>
            <a:r>
              <a:rPr lang="en-GB" dirty="0" err="1"/>
              <a:t>ps</a:t>
            </a:r>
            <a:r>
              <a:rPr lang="en-GB" dirty="0"/>
              <a:t> script shared with GCC Team for rest of the existing vessels – </a:t>
            </a:r>
            <a:br>
              <a:rPr lang="en-GB"/>
            </a:br>
            <a:r>
              <a:rPr lang="en-GB"/>
              <a:t>-Need </a:t>
            </a:r>
            <a:r>
              <a:rPr lang="en-GB" dirty="0"/>
              <a:t>token assistance , comm pc, </a:t>
            </a:r>
            <a:r>
              <a:rPr lang="en-GB" dirty="0" err="1"/>
              <a:t>cheng</a:t>
            </a:r>
            <a:r>
              <a:rPr lang="en-GB" dirty="0"/>
              <a:t> pc, nav pc, </a:t>
            </a:r>
            <a:r>
              <a:rPr lang="en-GB" dirty="0" err="1"/>
              <a:t>choff</a:t>
            </a:r>
            <a:r>
              <a:rPr lang="en-GB" dirty="0"/>
              <a:t> pc</a:t>
            </a:r>
          </a:p>
        </p:txBody>
      </p:sp>
    </p:spTree>
    <p:extLst>
      <p:ext uri="{BB962C8B-B14F-4D97-AF65-F5344CB8AC3E}">
        <p14:creationId xmlns:p14="http://schemas.microsoft.com/office/powerpoint/2010/main" val="3952661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70656-E428-478F-C405-2DC7B7A1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064187B-95DB-547F-22EA-FE440D6FB0DF}"/>
              </a:ext>
            </a:extLst>
          </p:cNvPr>
          <p:cNvSpPr txBox="1">
            <a:spLocks/>
          </p:cNvSpPr>
          <p:nvPr/>
        </p:nvSpPr>
        <p:spPr>
          <a:xfrm>
            <a:off x="630136" y="431270"/>
            <a:ext cx="5295176" cy="33140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  <a:defRPr sz="16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5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4"/>
              </a:buBlip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3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 baseline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Dualog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51C1B7"/>
                </a:solidFill>
                <a:effectLst/>
                <a:uLnTx/>
                <a:uFillTx/>
                <a:latin typeface="Poppins SemiBold" panose="00000700000000000000" pitchFamily="2" charset="0"/>
                <a:ea typeface="+mn-ea"/>
                <a:cs typeface="Poppins SemiBold" panose="00000700000000000000" pitchFamily="2" charset="0"/>
              </a:rPr>
              <a:t> Mail – Operational Discussion</a:t>
            </a:r>
          </a:p>
        </p:txBody>
      </p:sp>
      <p:pic>
        <p:nvPicPr>
          <p:cNvPr id="8" name="Picture 7" descr="A yellow circle with a blue background&#10;&#10;AI-generated content may be incorrect.">
            <a:extLst>
              <a:ext uri="{FF2B5EF4-FFF2-40B4-BE49-F238E27FC236}">
                <a16:creationId xmlns:a16="http://schemas.microsoft.com/office/drawing/2014/main" id="{CB173E2D-8603-272E-A53C-FC102C7C65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1022" y="65042"/>
            <a:ext cx="970978" cy="9709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FE4D5A-8443-E909-7418-CFEE95464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36" y="762675"/>
            <a:ext cx="1027747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1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EB7B40-494A-1557-0EA3-A525298B4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841470595"/>
      </p:ext>
    </p:extLst>
  </p:cSld>
  <p:clrMapOvr>
    <a:masterClrMapping/>
  </p:clrMapOvr>
</p:sld>
</file>

<file path=ppt/theme/theme1.xml><?xml version="1.0" encoding="utf-8"?>
<a:theme xmlns:a="http://schemas.openxmlformats.org/drawingml/2006/main" name="Dark Blue">
  <a:themeElements>
    <a:clrScheme name="Dualog">
      <a:dk1>
        <a:srgbClr val="000000"/>
      </a:dk1>
      <a:lt1>
        <a:srgbClr val="FFFFFF"/>
      </a:lt1>
      <a:dk2>
        <a:srgbClr val="02405A"/>
      </a:dk2>
      <a:lt2>
        <a:srgbClr val="FFFFFF"/>
      </a:lt2>
      <a:accent1>
        <a:srgbClr val="02405A"/>
      </a:accent1>
      <a:accent2>
        <a:srgbClr val="51C1B7"/>
      </a:accent2>
      <a:accent3>
        <a:srgbClr val="98DAD4"/>
      </a:accent3>
      <a:accent4>
        <a:srgbClr val="3C667A"/>
      </a:accent4>
      <a:accent5>
        <a:srgbClr val="754FE3"/>
      </a:accent5>
      <a:accent6>
        <a:srgbClr val="A996E9"/>
      </a:accent6>
      <a:hlink>
        <a:srgbClr val="754FE3"/>
      </a:hlink>
      <a:folHlink>
        <a:srgbClr val="51C1B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E99DD117-8996-4511-BC1E-E55AE828DCFA}" vid="{3A411FC1-2BAB-4E4B-B0D5-2CB95D9E21FA}"/>
    </a:ext>
  </a:extLst>
</a:theme>
</file>

<file path=ppt/theme/theme2.xml><?xml version="1.0" encoding="utf-8"?>
<a:theme xmlns:a="http://schemas.openxmlformats.org/drawingml/2006/main" name="Light Gradient">
  <a:themeElements>
    <a:clrScheme name="Dualog">
      <a:dk1>
        <a:srgbClr val="000000"/>
      </a:dk1>
      <a:lt1>
        <a:srgbClr val="FFFFFF"/>
      </a:lt1>
      <a:dk2>
        <a:srgbClr val="02405A"/>
      </a:dk2>
      <a:lt2>
        <a:srgbClr val="FFFFFF"/>
      </a:lt2>
      <a:accent1>
        <a:srgbClr val="02405A"/>
      </a:accent1>
      <a:accent2>
        <a:srgbClr val="51C1B7"/>
      </a:accent2>
      <a:accent3>
        <a:srgbClr val="98DAD4"/>
      </a:accent3>
      <a:accent4>
        <a:srgbClr val="3C667A"/>
      </a:accent4>
      <a:accent5>
        <a:srgbClr val="754FE3"/>
      </a:accent5>
      <a:accent6>
        <a:srgbClr val="A996E9"/>
      </a:accent6>
      <a:hlink>
        <a:srgbClr val="754FE3"/>
      </a:hlink>
      <a:folHlink>
        <a:srgbClr val="51C1B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E99DD117-8996-4511-BC1E-E55AE828DCFA}" vid="{6AAA1E39-F960-4EB6-B326-D44E79DA6000}"/>
    </a:ext>
  </a:extLst>
</a:theme>
</file>

<file path=ppt/theme/theme3.xml><?xml version="1.0" encoding="utf-8"?>
<a:theme xmlns:a="http://schemas.openxmlformats.org/drawingml/2006/main" name="Simple White">
  <a:themeElements>
    <a:clrScheme name="Dualog">
      <a:dk1>
        <a:srgbClr val="000000"/>
      </a:dk1>
      <a:lt1>
        <a:srgbClr val="FFFFFF"/>
      </a:lt1>
      <a:dk2>
        <a:srgbClr val="02405A"/>
      </a:dk2>
      <a:lt2>
        <a:srgbClr val="FFFFFF"/>
      </a:lt2>
      <a:accent1>
        <a:srgbClr val="02405A"/>
      </a:accent1>
      <a:accent2>
        <a:srgbClr val="51C1B7"/>
      </a:accent2>
      <a:accent3>
        <a:srgbClr val="98DAD4"/>
      </a:accent3>
      <a:accent4>
        <a:srgbClr val="3C667A"/>
      </a:accent4>
      <a:accent5>
        <a:srgbClr val="754FE3"/>
      </a:accent5>
      <a:accent6>
        <a:srgbClr val="A996E9"/>
      </a:accent6>
      <a:hlink>
        <a:srgbClr val="754FE3"/>
      </a:hlink>
      <a:folHlink>
        <a:srgbClr val="51C1B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E99DD117-8996-4511-BC1E-E55AE828DCFA}" vid="{DED29F4D-5A96-4963-84A9-26800727E1D3}"/>
    </a:ext>
  </a:extLst>
</a:theme>
</file>

<file path=ppt/theme/theme4.xml><?xml version="1.0" encoding="utf-8"?>
<a:theme xmlns:a="http://schemas.openxmlformats.org/drawingml/2006/main" name="Blue Aqua Gradient">
  <a:themeElements>
    <a:clrScheme name="Dualog">
      <a:dk1>
        <a:srgbClr val="000000"/>
      </a:dk1>
      <a:lt1>
        <a:srgbClr val="FFFFFF"/>
      </a:lt1>
      <a:dk2>
        <a:srgbClr val="02405A"/>
      </a:dk2>
      <a:lt2>
        <a:srgbClr val="FFFFFF"/>
      </a:lt2>
      <a:accent1>
        <a:srgbClr val="02405A"/>
      </a:accent1>
      <a:accent2>
        <a:srgbClr val="51C1B7"/>
      </a:accent2>
      <a:accent3>
        <a:srgbClr val="98DAD4"/>
      </a:accent3>
      <a:accent4>
        <a:srgbClr val="3C667A"/>
      </a:accent4>
      <a:accent5>
        <a:srgbClr val="754FE3"/>
      </a:accent5>
      <a:accent6>
        <a:srgbClr val="A996E9"/>
      </a:accent6>
      <a:hlink>
        <a:srgbClr val="754FE3"/>
      </a:hlink>
      <a:folHlink>
        <a:srgbClr val="51C1B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E99DD117-8996-4511-BC1E-E55AE828DCFA}" vid="{64597F21-D2F2-4B72-A3BB-01A5C9293E0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120969AF2E67448328B91FA06A76AB" ma:contentTypeVersion="19" ma:contentTypeDescription="Create a new document." ma:contentTypeScope="" ma:versionID="ab5e0305a64d951c304e882086e2305b">
  <xsd:schema xmlns:xsd="http://www.w3.org/2001/XMLSchema" xmlns:xs="http://www.w3.org/2001/XMLSchema" xmlns:p="http://schemas.microsoft.com/office/2006/metadata/properties" xmlns:ns2="de11fd86-5438-4f85-9972-e55fbf77d343" xmlns:ns3="42f38a9f-5f83-4dbe-8afd-904249b0bd3a" targetNamespace="http://schemas.microsoft.com/office/2006/metadata/properties" ma:root="true" ma:fieldsID="e20d761edf23fa30a8908350d70571d5" ns2:_="" ns3:_="">
    <xsd:import namespace="de11fd86-5438-4f85-9972-e55fbf77d343"/>
    <xsd:import namespace="42f38a9f-5f83-4dbe-8afd-904249b0bd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Date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11fd86-5438-4f85-9972-e55fbf77d3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ate" ma:index="13" nillable="true" ma:displayName="Date" ma:format="DateTime" ma:internalName="Date">
      <xsd:simpleType>
        <xsd:restriction base="dms:DateTim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0e327a23-78fa-4894-84ed-6f60fe8fd6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f38a9f-5f83-4dbe-8afd-904249b0bd3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9418ed1-e71f-498a-a9cd-f6bffd644f29}" ma:internalName="TaxCatchAll" ma:showField="CatchAllData" ma:web="42f38a9f-5f83-4dbe-8afd-904249b0bd3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 xmlns="de11fd86-5438-4f85-9972-e55fbf77d343" xsi:nil="true"/>
    <lcf76f155ced4ddcb4097134ff3c332f xmlns="de11fd86-5438-4f85-9972-e55fbf77d343">
      <Terms xmlns="http://schemas.microsoft.com/office/infopath/2007/PartnerControls"/>
    </lcf76f155ced4ddcb4097134ff3c332f>
    <TaxCatchAll xmlns="42f38a9f-5f83-4dbe-8afd-904249b0bd3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BE489F-1FCC-4B27-96CC-C1987A33373D}">
  <ds:schemaRefs>
    <ds:schemaRef ds:uri="42f38a9f-5f83-4dbe-8afd-904249b0bd3a"/>
    <ds:schemaRef ds:uri="de11fd86-5438-4f85-9972-e55fbf77d3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4B8DB1-A805-4360-8689-A95A1299FCF5}">
  <ds:schemaRefs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42f38a9f-5f83-4dbe-8afd-904249b0bd3a"/>
    <ds:schemaRef ds:uri="de11fd86-5438-4f85-9972-e55fbf77d34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9FAD843-7BBB-45ED-9303-CCA98EE88F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Dualog 2024 - Poppins</Template>
  <TotalTime>459</TotalTime>
  <Words>400</Words>
  <Application>Microsoft Office PowerPoint</Application>
  <PresentationFormat>Widescreen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Poppins</vt:lpstr>
      <vt:lpstr>Poppins Medium</vt:lpstr>
      <vt:lpstr>Poppins SemiBold</vt:lpstr>
      <vt:lpstr>Dark Blue</vt:lpstr>
      <vt:lpstr>Light Gradient</vt:lpstr>
      <vt:lpstr>Simple White</vt:lpstr>
      <vt:lpstr>Blue Aqua Gradient</vt:lpstr>
      <vt:lpstr>Dualog Mail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Jeanette Veibakken</dc:creator>
  <cp:lastModifiedBy>Darren Ho [Dualog]</cp:lastModifiedBy>
  <cp:revision>111</cp:revision>
  <dcterms:created xsi:type="dcterms:W3CDTF">2025-03-03T12:44:51Z</dcterms:created>
  <dcterms:modified xsi:type="dcterms:W3CDTF">2025-10-14T02:29:03Z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0x01010096120969AF2E67448328B91FA06A76AB</vt:lpwstr>
  </property>
  <property fmtid="{D5CDD505-2E9C-101B-9397-08002B2CF9AE}" pid="3" name="MSIP_Label_e2c7d1f2-e168-444e-abc5-c16a1954a1a4_Enabled">
    <vt:lpwstr>true</vt:lpwstr>
  </property>
  <property fmtid="{D5CDD505-2E9C-101B-9397-08002B2CF9AE}" pid="4" name="MSIP_Label_e2c7d1f2-e168-444e-abc5-c16a1954a1a4_SetDate">
    <vt:lpwstr>2025-03-21T14:11:34Z</vt:lpwstr>
  </property>
  <property fmtid="{D5CDD505-2E9C-101B-9397-08002B2CF9AE}" pid="5" name="MSIP_Label_e2c7d1f2-e168-444e-abc5-c16a1954a1a4_Method">
    <vt:lpwstr>Privileged</vt:lpwstr>
  </property>
  <property fmtid="{D5CDD505-2E9C-101B-9397-08002B2CF9AE}" pid="6" name="MSIP_Label_e2c7d1f2-e168-444e-abc5-c16a1954a1a4_Name">
    <vt:lpwstr>Public</vt:lpwstr>
  </property>
  <property fmtid="{D5CDD505-2E9C-101B-9397-08002B2CF9AE}" pid="7" name="MSIP_Label_e2c7d1f2-e168-444e-abc5-c16a1954a1a4_SiteId">
    <vt:lpwstr>ad0adcf6-35db-4658-af0d-7dd26ceff462</vt:lpwstr>
  </property>
  <property fmtid="{D5CDD505-2E9C-101B-9397-08002B2CF9AE}" pid="8" name="MSIP_Label_e2c7d1f2-e168-444e-abc5-c16a1954a1a4_ActionId">
    <vt:lpwstr>92144795-d5b5-49e7-905d-c1fa5e946d1e</vt:lpwstr>
  </property>
  <property fmtid="{D5CDD505-2E9C-101B-9397-08002B2CF9AE}" pid="9" name="MSIP_Label_e2c7d1f2-e168-444e-abc5-c16a1954a1a4_ContentBits">
    <vt:lpwstr>0</vt:lpwstr>
  </property>
  <property fmtid="{D5CDD505-2E9C-101B-9397-08002B2CF9AE}" pid="10" name="MSIP_Label_e2c7d1f2-e168-444e-abc5-c16a1954a1a4_Tag">
    <vt:lpwstr>10, 0, 1, 1</vt:lpwstr>
  </property>
  <property fmtid="{D5CDD505-2E9C-101B-9397-08002B2CF9AE}" pid="11" name="MediaServiceImageTags">
    <vt:lpwstr/>
  </property>
</Properties>
</file>